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1" r:id="rId5"/>
    <p:sldId id="268" r:id="rId6"/>
    <p:sldId id="269" r:id="rId7"/>
    <p:sldId id="264" r:id="rId8"/>
    <p:sldId id="265" r:id="rId9"/>
    <p:sldId id="260" r:id="rId10"/>
    <p:sldId id="257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10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17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0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65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30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038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3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16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77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91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97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203D4-4258-4C75-A099-9E02A20BADF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AAC124E-F7A9-4608-9BC3-8C9A09840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38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lb_summary_statistics.csv" TargetMode="External"/><Relationship Id="rId2" Type="http://schemas.openxmlformats.org/officeDocument/2006/relationships/hyperlink" Target="mlb_full_dataset%20(1)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mlb_correlations.csv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correlation_heatmap.png" TargetMode="External"/><Relationship Id="rId2" Type="http://schemas.openxmlformats.org/officeDocument/2006/relationships/hyperlink" Target="Week%208%20Final%20Project.ipynb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season_trends.png" TargetMode="External"/><Relationship Id="rId4" Type="http://schemas.openxmlformats.org/officeDocument/2006/relationships/hyperlink" Target="scatter_regression_plots.png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EBBE-52B1-62E0-6230-F0940DBBD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9109825" cy="2541431"/>
          </a:xfrm>
        </p:spPr>
        <p:txBody>
          <a:bodyPr/>
          <a:lstStyle/>
          <a:p>
            <a:r>
              <a:rPr lang="en-US" dirty="0"/>
              <a:t>SAL 603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07764-0870-45F5-8EA9-5CD66C38B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955712" cy="17188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By: Roger Day</a:t>
            </a:r>
          </a:p>
          <a:p>
            <a:r>
              <a:rPr lang="en-US" dirty="0"/>
              <a:t>Research question: how do OPS+, Total bases, and hitter WAR correlate with a team's win percentage, runs scored, and run differential?</a:t>
            </a:r>
          </a:p>
          <a:p>
            <a:r>
              <a:rPr lang="en-US" dirty="0"/>
              <a:t>(analyzing MLB team data from 2021-2025.)</a:t>
            </a:r>
          </a:p>
        </p:txBody>
      </p:sp>
    </p:spTree>
    <p:extLst>
      <p:ext uri="{BB962C8B-B14F-4D97-AF65-F5344CB8AC3E}">
        <p14:creationId xmlns:p14="http://schemas.microsoft.com/office/powerpoint/2010/main" val="296472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EB62-AA47-3A22-5838-1D0F1694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OPS+, Total Bases, &amp; Hitter WAR</a:t>
            </a:r>
            <a:br>
              <a:rPr lang="en-US" sz="2800" dirty="0"/>
            </a:br>
            <a:r>
              <a:rPr lang="en-US" sz="2800" dirty="0"/>
              <a:t>(Predictor Statistics)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8A18-3831-DCEC-909A-2A8D8FC2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OPS+ is a statistic that measures OPS and normalizes it based on ballpark factors, with 100 being considered average and 125 being 25% better than league average.  A team with an OPS+ of 105 or better is usually playoff quality.</a:t>
            </a:r>
          </a:p>
          <a:p>
            <a:r>
              <a:rPr lang="en-US" dirty="0"/>
              <a:t>Total Bases (TB) measures how many bases a batter advances on a hit. A team that accumulates 2275 or more total bases throughout a season is usually playoff quality.</a:t>
            </a:r>
          </a:p>
          <a:p>
            <a:r>
              <a:rPr lang="en-US" dirty="0"/>
              <a:t>Hitter WAR is a statistic that measures how many wins an offensive player adds to a team compared to a replacement-level player.  A team with a hitter WAR of at least 24.0 is usually playoff quality.</a:t>
            </a:r>
          </a:p>
        </p:txBody>
      </p:sp>
    </p:spTree>
    <p:extLst>
      <p:ext uri="{BB962C8B-B14F-4D97-AF65-F5344CB8AC3E}">
        <p14:creationId xmlns:p14="http://schemas.microsoft.com/office/powerpoint/2010/main" val="121097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F551-7980-A075-DE36-09C42FB0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931814"/>
          </a:xfrm>
        </p:spPr>
        <p:txBody>
          <a:bodyPr>
            <a:normAutofit/>
          </a:bodyPr>
          <a:lstStyle/>
          <a:p>
            <a:r>
              <a:rPr lang="en-US" sz="2800" dirty="0"/>
              <a:t>W-L%, Runs Scored, &amp; Run Differential</a:t>
            </a:r>
            <a:br>
              <a:rPr lang="en-US" sz="2800" dirty="0"/>
            </a:br>
            <a:r>
              <a:rPr lang="en-US" sz="2800" dirty="0"/>
              <a:t>(Outcome Statistics)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9DD5-5B05-6FBF-A567-8583B475B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W-L% (Win/Loss Percentage) measures the percentage of games a team won throughout a season. A W-L% of 0.540 or 54% is usually playoff quality.</a:t>
            </a:r>
          </a:p>
          <a:p>
            <a:r>
              <a:rPr lang="en-US" dirty="0"/>
              <a:t>Runs scored measure how often a team scores. Teams that score at least 750 runs throughout a season are usually playoff quality.</a:t>
            </a:r>
          </a:p>
          <a:p>
            <a:r>
              <a:rPr lang="en-US" dirty="0"/>
              <a:t>Run differential measures how often a team scores and how often they are scored on. A run differential of about +70 is usually playoff quality.</a:t>
            </a:r>
          </a:p>
        </p:txBody>
      </p:sp>
    </p:spTree>
    <p:extLst>
      <p:ext uri="{BB962C8B-B14F-4D97-AF65-F5344CB8AC3E}">
        <p14:creationId xmlns:p14="http://schemas.microsoft.com/office/powerpoint/2010/main" val="24482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056E-F2B0-2617-1952-924F6240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890717"/>
          </a:xfrm>
        </p:spPr>
        <p:txBody>
          <a:bodyPr>
            <a:normAutofit/>
          </a:bodyPr>
          <a:lstStyle/>
          <a:p>
            <a:r>
              <a:rPr lang="en-US" sz="2800" dirty="0"/>
              <a:t>How W-L% Correlates with OPS+, Total Bases, and Hitter WAR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116616-C778-0277-53B3-38F8C3867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663" y="5387867"/>
            <a:ext cx="4084674" cy="5486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221F3A-5D81-62C7-40F4-670EC1713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463" y="2217055"/>
            <a:ext cx="5143946" cy="533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C538D0-1AE1-1971-764C-999A58133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37" y="2793922"/>
            <a:ext cx="9438526" cy="255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7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651F-7D16-ED0A-D359-86E52CC3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6127-74E9-41A3-F586-5BE5103E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Runs Scored Correlates with OPS+, Total Bases, and Hitter WAR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3C9FB6-2F64-EFC1-FAC7-33C2EFFEE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663" y="5387867"/>
            <a:ext cx="4084674" cy="5486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24F14E-D769-AC23-AD39-1E9CFCAE9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463" y="1939286"/>
            <a:ext cx="5143946" cy="5334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DECA83-E87D-2530-D312-2E8792210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83" y="2558264"/>
            <a:ext cx="10130320" cy="271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9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DC62-0AFD-AF28-6F0C-DD8C2D77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B417-B041-08E8-F24F-B6E67597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Run Differential Correlates with OPS+, Total Bases, and Hitter WAR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1D10B2-666B-63F3-A9EE-F9225F458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663" y="5387867"/>
            <a:ext cx="4084674" cy="5486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4406AA-30A7-3040-FAF2-3834CD48C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915" y="1923020"/>
            <a:ext cx="5143946" cy="5334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36D0CE-8B07-52B3-5C8F-AD2938630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6" y="2525732"/>
            <a:ext cx="10346076" cy="282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1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B60CB-FAD4-EE5A-E707-661C8620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OPS+, Total Bases, and Hitter WAR By Season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09B238-3E33-14B6-C3B7-1170CCBFD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776" y="2090001"/>
            <a:ext cx="4976291" cy="3429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2E2DE-8E92-87ED-B407-327296036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35" y="2669178"/>
            <a:ext cx="10428270" cy="30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3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D99C-FEDA-C87D-CBF2-A5C1EAF9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W-L%, Runs Scored, and Run Differential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919EE-47F2-58EF-A33E-A5E119FA6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421" y="2044947"/>
            <a:ext cx="4976291" cy="3429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5B5414-4A35-CC8F-4DBD-0726ECBE2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20" y="2576769"/>
            <a:ext cx="10654302" cy="309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4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63C0-F49F-74D2-EB17-15EEDA62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Heat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EEA831-3B43-3CC8-04A5-F6CA0E9DE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041" y="2016124"/>
            <a:ext cx="6986426" cy="3829871"/>
          </a:xfrm>
        </p:spPr>
      </p:pic>
    </p:spTree>
    <p:extLst>
      <p:ext uri="{BB962C8B-B14F-4D97-AF65-F5344CB8AC3E}">
        <p14:creationId xmlns:p14="http://schemas.microsoft.com/office/powerpoint/2010/main" val="90114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188-0DCA-7453-0AB2-B68D6187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CD53B-A721-718D-8EB3-428DC05C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 action="ppaction://hlinkfile"/>
              </a:rPr>
              <a:t>mlb_full_dataset</a:t>
            </a:r>
            <a:r>
              <a:rPr lang="en-US" dirty="0">
                <a:hlinkClick r:id="rId2" action="ppaction://hlinkfile"/>
              </a:rPr>
              <a:t> (1).pdf</a:t>
            </a:r>
            <a:r>
              <a:rPr lang="en-US" dirty="0"/>
              <a:t>  </a:t>
            </a:r>
            <a:r>
              <a:rPr lang="en-US" dirty="0">
                <a:hlinkClick r:id="rId3" action="ppaction://hlinkfile"/>
              </a:rPr>
              <a:t>mlb_summary_statistics.csv </a:t>
            </a:r>
            <a:r>
              <a:rPr lang="en-US" dirty="0"/>
              <a:t>  </a:t>
            </a:r>
            <a:r>
              <a:rPr lang="en-US" dirty="0">
                <a:hlinkClick r:id="rId4" action="ppaction://hlinkfile"/>
              </a:rPr>
              <a:t>mlb_correlations.csv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DAFCC8-85CE-7BB3-50BB-E6574A6EA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225" y="2592841"/>
            <a:ext cx="3692168" cy="28241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C412E6-B3D7-7EA5-3FA7-02C1C3B6AB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749" y="2592841"/>
            <a:ext cx="4508476" cy="282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1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FA082-DB43-B43F-6AC3-F3BCDC9DC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to code and pictures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CB111-4EBB-89F0-1444-A7A21AEF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Week 8 Final </a:t>
            </a:r>
            <a:r>
              <a:rPr lang="en-US" dirty="0" err="1">
                <a:hlinkClick r:id="rId2" action="ppaction://hlinkfile"/>
              </a:rPr>
              <a:t>Project.ipynb</a:t>
            </a:r>
            <a:endParaRPr lang="en-US" dirty="0"/>
          </a:p>
          <a:p>
            <a:r>
              <a:rPr lang="en-US" dirty="0">
                <a:hlinkClick r:id="rId3" action="ppaction://hlinkfile"/>
              </a:rPr>
              <a:t>correlation_heatmap.png</a:t>
            </a:r>
            <a:endParaRPr lang="en-US" dirty="0"/>
          </a:p>
          <a:p>
            <a:r>
              <a:rPr lang="en-US" dirty="0">
                <a:hlinkClick r:id="rId4" action="ppaction://hlinkfile"/>
              </a:rPr>
              <a:t>scatter_regression_plots.png</a:t>
            </a:r>
            <a:endParaRPr lang="en-US" dirty="0"/>
          </a:p>
          <a:p>
            <a:r>
              <a:rPr lang="en-US" dirty="0">
                <a:hlinkClick r:id="rId5" action="ppaction://hlinkfile"/>
              </a:rPr>
              <a:t>season_trends.png</a:t>
            </a:r>
            <a:endParaRPr lang="en-US" dirty="0"/>
          </a:p>
          <a:p>
            <a:r>
              <a:rPr lang="en-US" dirty="0"/>
              <a:t>(Pictures were cropped to help the flow of the presentation)</a:t>
            </a:r>
          </a:p>
        </p:txBody>
      </p:sp>
    </p:spTree>
    <p:extLst>
      <p:ext uri="{BB962C8B-B14F-4D97-AF65-F5344CB8AC3E}">
        <p14:creationId xmlns:p14="http://schemas.microsoft.com/office/powerpoint/2010/main" val="317215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58B6-6437-811D-CC27-FE7F9D2B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Data Tell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08C9E-1113-0284-EC52-68097B245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0985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1663</TotalTime>
  <Words>406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SAL 603 Final Project</vt:lpstr>
      <vt:lpstr>OPS+, Total Bases, &amp; Hitter WAR (Predictor Statistics)</vt:lpstr>
      <vt:lpstr>W-L%, Runs Scored, &amp; Run Differential (Outcome Statistics)</vt:lpstr>
      <vt:lpstr>How W-L% Correlates with OPS+, Total Bases, and Hitter WAR</vt:lpstr>
      <vt:lpstr>How Runs Scored Correlates with OPS+, Total Bases, and Hitter WAR</vt:lpstr>
      <vt:lpstr>How Run Differential Correlates with OPS+, Total Bases, and Hitter WAR</vt:lpstr>
      <vt:lpstr>Mean OPS+, Total Bases, and Hitter WAR By Season</vt:lpstr>
      <vt:lpstr>Mean W-L%, Runs Scored, and Run Differential</vt:lpstr>
      <vt:lpstr>Correlation Heat Map</vt:lpstr>
      <vt:lpstr>Data Table &amp; Summary</vt:lpstr>
      <vt:lpstr>Links to code and pictures used</vt:lpstr>
      <vt:lpstr>What does this Data Tell Us?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Day</dc:creator>
  <cp:lastModifiedBy>Roger Day</cp:lastModifiedBy>
  <cp:revision>5</cp:revision>
  <dcterms:created xsi:type="dcterms:W3CDTF">2026-03-02T17:26:48Z</dcterms:created>
  <dcterms:modified xsi:type="dcterms:W3CDTF">2026-03-03T21:10:15Z</dcterms:modified>
</cp:coreProperties>
</file>